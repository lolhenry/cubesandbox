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GUI Agent 依据渲染稳定后的截图进行决策</a:t>
            </a:r>
          </a:p>
        </p:txBody>
      </p:sp>
      <p:pic>
        <p:nvPicPr>
          <p:cNvPr id="4" name="Picture 3" descr="maiui-fig5-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804672"/>
            <a:ext cx="7452360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804672"/>
            <a:ext cx="4160520" cy="260604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C96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C2230"/>
                </a:solidFill>
                <a:latin typeface="微软雅黑"/>
              </a:rPr>
              <a:t>① 截图阶段 · Screenshots
复杂界面软渲染热点可超过 50%，帧率 &lt; 10fps。出帧慢，Agent 拿到稳定截图变晚，单步等待变长，一轮 Rollout 增加 5%~15%*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547872"/>
            <a:ext cx="4160520" cy="2331720"/>
          </a:xfrm>
          <a:prstGeom prst="roundRect">
            <a:avLst/>
          </a:prstGeom>
          <a:solidFill>
            <a:srgbClr val="E8F2FF"/>
          </a:solidFill>
          <a:ln w="22225">
            <a:solidFill>
              <a:srgbClr val="2F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1C2230"/>
                </a:solidFill>
                <a:latin typeface="微软雅黑"/>
              </a:rPr>
              <a:t>② 非截图阶段 · CPU Worker 路数
决策期不需要新帧，软渲染仍在出帧，较多占用 CPU，单机并发沙箱密度减少。可优化空间 20%+†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355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6272"/>
                </a:solidFill>
                <a:latin typeface="微软雅黑"/>
              </a:rPr>
              <a:t>* 中小模型、单步约 2–3s。† 全程 60→20fps 实验上限，不是按需已兑现。左图为结构草图，胶片可换成 MAI-UI Fig.5 原图并保留 ①②。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